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60"/>
  </p:normalViewPr>
  <p:slideViewPr>
    <p:cSldViewPr snapToGrid="0">
      <p:cViewPr varScale="1">
        <p:scale>
          <a:sx n="83" d="100"/>
          <a:sy n="83" d="100"/>
        </p:scale>
        <p:origin x="39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CABD157-5E9D-BFF5-0986-7DC90DDCB7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4A5BAB1-04F6-A17C-EE3D-1F95229894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5987C2D-6E9C-FC6E-0A03-DDC01BEBED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E23890-3E66-E7AF-AC23-AA14F37E6C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E87FB10-E246-1CC9-34CA-4E1442F07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9222976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7295F6-4065-304D-2ECA-02D07714C0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D816DF5-58E3-B7F4-9507-7DC10DBFFF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37388BC-18B8-C28E-803E-F15F8E4A9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73C191-7028-48B8-D942-B7E483CA81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6FBA06F-5388-BF08-E123-FB830A9603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4203351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0C241C6-C8B2-F510-7D3B-434FAC014F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E6C520B-C405-606B-2446-A7A58E2A37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087CAE8-7DBD-B41A-AD2F-A6E8333534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C9CF07-6978-6DD3-F314-9452691256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CF6D9B8-56F8-FA55-4443-0CCE5BCDFA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075263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F3673BB-0923-F6A8-5C22-9C58BC340C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5D2B941-E5C4-6011-E75B-FA0D647BF4A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2B6957C-159A-A564-2C4A-DA988454B5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9482CEB-90E2-6ABB-6D4D-7569E89C2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4AF61386-16A2-3796-110B-14113F4B85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1B69267-CED1-D5A9-B446-42B41234E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423671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ACC881F-48AB-ECAD-8C53-5337D43FB6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BD7837B-5A5D-63F4-3ABE-0C2B69AAEF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8B25CC8-421F-4119-9829-657CBF7FB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215A1ED0-694D-5A3E-7EE0-FCE24D8AA44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737D96C9-88BA-043C-2ACE-B409744C841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49F07D-ED81-852A-18F2-C4AB8D8B3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0460BA5-F890-C60F-979B-0C15987D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8166582-00F9-697D-7C74-99B6FC6C7C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688994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D36B3C3-EC21-017E-15CC-D9888DE48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FA19131A-6EC1-D55D-BE99-2FB9CF342E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7927343-0BB2-A076-C625-B243069D6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F4AEB7D-696E-2E12-881C-83F1FFAA2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698187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9FAC674-7210-AABC-374C-06ED056FA2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781054FC-8294-FE45-9F3B-E2A66D8F7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C6C070D-023F-7253-5409-240E86A9AE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90043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3FE2D4A-A64D-E81E-6A2F-CDF3F82CA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C975D88-8C2C-228F-0E69-F4DA846D21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9741B5B4-4ADD-182A-FB58-5F02F85E3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6B217D-AA84-EA35-5171-D45817A058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F24A4FD-90A8-D41D-1131-85A6A6583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55B123F-8689-E728-52B8-BD4080F3C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5437401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7A1E789-BD0A-2362-0C6A-D66177FCD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6CFFEFC-A98F-A9F4-ECBB-6E1FF5AA200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AT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7845D7A-8BDC-D6F3-6DC6-6F990CEA29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5CD7C131-D628-AD77-97E1-88601B24F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5D33D98-45AB-033D-49A1-1217CE29B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5CBD4E39-3A6A-CF4A-95C5-077B58DB9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1695377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0E45E39-BD81-DBB0-27BB-4C27A4D25A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4C7E8645-789F-B80F-B747-0908D0327A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94BE6AD-FDF6-DD18-4419-41C9E48EF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7E64863-B351-8B03-C3C2-A1537AF54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0F02479-3946-14D7-FE5C-3B6FB6AF3D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4116568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2222B338-9A5D-D067-FC73-4143E3FD5F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7465D22-CB7B-EE31-0DC5-33C0F75256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31D6F14-0BC2-58DE-CAD8-2AB372FFCF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C01A2E7-15D8-079E-5B3C-295F444755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C24A285-86B6-BD2C-90E4-3EF7536CC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880625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1EF735BF-4F53-965E-3C7B-B7B8F7E69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de-AT"/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7634123E-69FE-7083-E712-59535795B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41CE329-B91E-F033-78AA-1FA9F43813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222B61-7542-49BD-8338-740575C87A5E}" type="datetimeFigureOut">
              <a:rPr lang="de-AT" smtClean="0"/>
              <a:t>07.05.2026</a:t>
            </a:fld>
            <a:endParaRPr lang="de-AT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9532154-2C2D-648A-43EA-B8E9CD8225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AT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63B2849-6734-8F5D-438B-EC12A40B33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C2548E-742E-40D6-8892-7DA1886D3DA0}" type="slidenum">
              <a:rPr lang="de-AT" smtClean="0"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47332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D7C407-1BBE-7E49-AE4E-EC44AF9CA8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1BC57EAE-5780-CB6E-C655-AD8F37729A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AT"/>
          </a:p>
        </p:txBody>
      </p:sp>
      <p:pic>
        <p:nvPicPr>
          <p:cNvPr id="5" name="Grafik 4" descr="The image depicts a modern, architecturally interesting house with a welcoming entrance, situated amidst a scenic, snow-capped mountain landscape.&#10;&#10;KI-generierte Inhalte können fehlerhaft sein.">
            <a:extLst>
              <a:ext uri="{FF2B5EF4-FFF2-40B4-BE49-F238E27FC236}">
                <a16:creationId xmlns:a16="http://schemas.microsoft.com/office/drawing/2014/main" id="{47DBA1AE-E74B-B48B-3E65-AF2C154C68F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Rechteck 5">
            <a:extLst>
              <a:ext uri="{FF2B5EF4-FFF2-40B4-BE49-F238E27FC236}">
                <a16:creationId xmlns:a16="http://schemas.microsoft.com/office/drawing/2014/main" id="{CBF0568F-EF67-0D3C-1D05-BC4C5B09784B}"/>
              </a:ext>
            </a:extLst>
          </p:cNvPr>
          <p:cNvSpPr/>
          <p:nvPr/>
        </p:nvSpPr>
        <p:spPr>
          <a:xfrm>
            <a:off x="8229600" y="4267200"/>
            <a:ext cx="2119745" cy="146843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69E8E520-73C3-78CF-D61E-4D6375ABC163}"/>
              </a:ext>
            </a:extLst>
          </p:cNvPr>
          <p:cNvSpPr txBox="1"/>
          <p:nvPr/>
        </p:nvSpPr>
        <p:spPr>
          <a:xfrm>
            <a:off x="8706928" y="4600755"/>
            <a:ext cx="1040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/>
              <a:t>1</a:t>
            </a:r>
            <a:endParaRPr lang="de-AT" b="1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89A0B202-C91A-0B37-A13E-3721C0015FB9}"/>
              </a:ext>
            </a:extLst>
          </p:cNvPr>
          <p:cNvSpPr/>
          <p:nvPr/>
        </p:nvSpPr>
        <p:spPr>
          <a:xfrm>
            <a:off x="5811336" y="4247074"/>
            <a:ext cx="2119745" cy="146843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7FE19A71-F605-F562-8BB1-08639CB8E0DF}"/>
              </a:ext>
            </a:extLst>
          </p:cNvPr>
          <p:cNvSpPr txBox="1"/>
          <p:nvPr/>
        </p:nvSpPr>
        <p:spPr>
          <a:xfrm>
            <a:off x="6288664" y="4580629"/>
            <a:ext cx="1040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/>
              <a:t>2</a:t>
            </a:r>
            <a:endParaRPr lang="de-AT" b="1" dirty="0"/>
          </a:p>
        </p:txBody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989C91A4-2B3F-C6B6-5226-73C42D9C94AA}"/>
              </a:ext>
            </a:extLst>
          </p:cNvPr>
          <p:cNvSpPr/>
          <p:nvPr/>
        </p:nvSpPr>
        <p:spPr>
          <a:xfrm>
            <a:off x="3132747" y="4226946"/>
            <a:ext cx="2119745" cy="146843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751B417-37A5-DDB5-7C5C-49F3DE21B162}"/>
              </a:ext>
            </a:extLst>
          </p:cNvPr>
          <p:cNvSpPr txBox="1"/>
          <p:nvPr/>
        </p:nvSpPr>
        <p:spPr>
          <a:xfrm>
            <a:off x="3610075" y="4560501"/>
            <a:ext cx="1040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/>
              <a:t>3</a:t>
            </a:r>
            <a:endParaRPr lang="de-AT" b="1" dirty="0"/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9D95DAF-DD79-0C53-97AE-BBDBBFAA97E4}"/>
              </a:ext>
            </a:extLst>
          </p:cNvPr>
          <p:cNvSpPr/>
          <p:nvPr/>
        </p:nvSpPr>
        <p:spPr>
          <a:xfrm>
            <a:off x="8195094" y="2654481"/>
            <a:ext cx="2119745" cy="146843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5766AC7-D89D-3590-93E6-08D5740A9B92}"/>
              </a:ext>
            </a:extLst>
          </p:cNvPr>
          <p:cNvSpPr txBox="1"/>
          <p:nvPr/>
        </p:nvSpPr>
        <p:spPr>
          <a:xfrm>
            <a:off x="8672422" y="2988036"/>
            <a:ext cx="1040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/>
              <a:t>4</a:t>
            </a:r>
            <a:endParaRPr lang="de-AT" b="1" dirty="0"/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F585248-06C0-C38F-0A45-2C18C2258CD5}"/>
              </a:ext>
            </a:extLst>
          </p:cNvPr>
          <p:cNvSpPr/>
          <p:nvPr/>
        </p:nvSpPr>
        <p:spPr>
          <a:xfrm>
            <a:off x="5811336" y="2732599"/>
            <a:ext cx="2119745" cy="146843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5" name="Textfeld 14">
            <a:extLst>
              <a:ext uri="{FF2B5EF4-FFF2-40B4-BE49-F238E27FC236}">
                <a16:creationId xmlns:a16="http://schemas.microsoft.com/office/drawing/2014/main" id="{2029FDF4-D102-6104-4A59-1000F1D4AC04}"/>
              </a:ext>
            </a:extLst>
          </p:cNvPr>
          <p:cNvSpPr txBox="1"/>
          <p:nvPr/>
        </p:nvSpPr>
        <p:spPr>
          <a:xfrm>
            <a:off x="6288664" y="3066154"/>
            <a:ext cx="1040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/>
              <a:t>5</a:t>
            </a:r>
            <a:endParaRPr lang="de-AT" b="1" dirty="0"/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E9AF8855-3F48-734D-A59C-B1FD90514EAE}"/>
              </a:ext>
            </a:extLst>
          </p:cNvPr>
          <p:cNvSpPr/>
          <p:nvPr/>
        </p:nvSpPr>
        <p:spPr>
          <a:xfrm>
            <a:off x="3132747" y="2707541"/>
            <a:ext cx="2119745" cy="1468437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AT"/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845548DB-5C1E-5D76-2B89-AF744FF19282}"/>
              </a:ext>
            </a:extLst>
          </p:cNvPr>
          <p:cNvSpPr txBox="1"/>
          <p:nvPr/>
        </p:nvSpPr>
        <p:spPr>
          <a:xfrm>
            <a:off x="3610075" y="3041096"/>
            <a:ext cx="10409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600" b="1" dirty="0"/>
              <a:t>6</a:t>
            </a:r>
            <a:endParaRPr lang="de-AT" b="1" dirty="0"/>
          </a:p>
        </p:txBody>
      </p:sp>
    </p:spTree>
    <p:extLst>
      <p:ext uri="{BB962C8B-B14F-4D97-AF65-F5344CB8AC3E}">
        <p14:creationId xmlns:p14="http://schemas.microsoft.com/office/powerpoint/2010/main" val="19441171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Breitbild</PresentationFormat>
  <Paragraphs>6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Franz Romih</dc:creator>
  <cp:lastModifiedBy>Franz Romih</cp:lastModifiedBy>
  <cp:revision>1</cp:revision>
  <dcterms:created xsi:type="dcterms:W3CDTF">2026-05-07T11:20:47Z</dcterms:created>
  <dcterms:modified xsi:type="dcterms:W3CDTF">2026-05-07T11:23:28Z</dcterms:modified>
</cp:coreProperties>
</file>